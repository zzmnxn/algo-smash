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8289A5-68AB-35BE-D08A-A2DDD7899C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C760ACE-E878-CB78-09C5-A955D2B1DD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6175EAB-8EA3-693C-373D-EA89D0DA9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27F61-AEB9-4286-AAA5-FB2A3D479F13}" type="datetimeFigureOut">
              <a:rPr lang="ko-KR" altLang="en-US" smtClean="0"/>
              <a:t>2026-01-25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774F684-D326-1CC0-C748-7CA5A155F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6F97872-C2DA-3E84-121A-0296DA84B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AE22D-DCA9-433A-B3C8-A9F1D9F1DA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0559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4F4CCB-2EE4-3019-1238-A04F4BFDA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0A8F129-DB89-4961-8D8B-CA9EFD916B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A42E65E-3E0D-BD86-40FB-A6F024A09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27F61-AEB9-4286-AAA5-FB2A3D479F13}" type="datetimeFigureOut">
              <a:rPr lang="ko-KR" altLang="en-US" smtClean="0"/>
              <a:t>2026-01-25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DE8AF21-F376-C46F-2F46-E21E6A18EE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F926E42-B730-3F38-34B3-8E906A733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AE22D-DCA9-433A-B3C8-A9F1D9F1DA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62842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DA869F-8F8C-0FA2-2238-092C7E117B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653AA51-59C1-A69E-348E-DFE5573A2D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642071D-16C0-E0BC-2DC0-8DDF9CC804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27F61-AEB9-4286-AAA5-FB2A3D479F13}" type="datetimeFigureOut">
              <a:rPr lang="ko-KR" altLang="en-US" smtClean="0"/>
              <a:t>2026-01-25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CEA6377-8DE0-2EE6-6A5E-2634F08B7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27E2DF5-2910-3A5F-91A3-F4B8D698C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AE22D-DCA9-433A-B3C8-A9F1D9F1DA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0484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0FA971-299B-E144-8C79-043D44507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6CB288F-4058-61CC-CC11-868BE6AB83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FA2B0E0-71E5-805A-8835-F7C3F5EB3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E766A49-DC39-3FD4-0C84-31C7E900A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27F61-AEB9-4286-AAA5-FB2A3D479F13}" type="datetimeFigureOut">
              <a:rPr lang="ko-KR" altLang="en-US" smtClean="0"/>
              <a:t>2026-01-25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B67272F-AC2A-B276-B23C-726002FD3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33F04EB-BBFA-81AD-FE60-7F393A24B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AE22D-DCA9-433A-B3C8-A9F1D9F1DA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20498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B91C35-7FFC-9407-C755-60C0A5EB3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6FB987F-1527-668B-0A49-8D94B58FBD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B1D2B4B-D804-E898-FBA0-4A0DEBD354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620809B-5187-B8C5-4D85-2C1825A6B2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5BF983B-ADBD-A5A0-9B56-0725A22DA6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2E255CB-0D55-A4A2-91C0-A18532736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27F61-AEB9-4286-AAA5-FB2A3D479F13}" type="datetimeFigureOut">
              <a:rPr lang="ko-KR" altLang="en-US" smtClean="0"/>
              <a:t>2026-01-25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7570571-282C-238A-BC9D-7667E915B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D7BE0CC-819E-2958-1A1C-F09A35636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AE22D-DCA9-433A-B3C8-A9F1D9F1DA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06723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0DA66E-4BDE-F018-7F07-99EAB1466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601BBA3-1685-A7A8-79EB-3A49930313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27F61-AEB9-4286-AAA5-FB2A3D479F13}" type="datetimeFigureOut">
              <a:rPr lang="ko-KR" altLang="en-US" smtClean="0"/>
              <a:t>2026-01-25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F57A9A7-22F6-60A5-A63B-56BB7241E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F6A4A3D-498B-428F-C8C0-68242A188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AE22D-DCA9-433A-B3C8-A9F1D9F1DA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64071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97073E6-43C3-6E49-F2CB-77802DEF5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27F61-AEB9-4286-AAA5-FB2A3D479F13}" type="datetimeFigureOut">
              <a:rPr lang="ko-KR" altLang="en-US" smtClean="0"/>
              <a:t>2026-01-25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F0F5001-BE24-3F7B-8833-BBD287611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A781BFF-FB36-1A5B-7C04-416EB59AC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AE22D-DCA9-433A-B3C8-A9F1D9F1DA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79160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57C0EB-D889-4CC7-C491-9DB0E3F20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CD8E96D-04B7-D2F2-563E-7077FEB6DA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8A5426F-3BBD-98F6-D0AD-6B0E7B61FE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655661A-22D7-F842-B5EC-CC3ED6F16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27F61-AEB9-4286-AAA5-FB2A3D479F13}" type="datetimeFigureOut">
              <a:rPr lang="ko-KR" altLang="en-US" smtClean="0"/>
              <a:t>2026-01-25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555CADF-D6EF-F40A-0E2B-A5B024F7B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B2152BA-0DF7-349A-CD55-FFD1E15D8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AE22D-DCA9-433A-B3C8-A9F1D9F1DA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61170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E299E9-06F9-A5E1-B40E-1B966C5DF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E511C97-3321-6149-AF50-DD0E911BD9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E111FDA-FB8C-BED0-21C8-44C93A72B8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6BE9E93-0B48-213B-90CE-FEDD2C563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27F61-AEB9-4286-AAA5-FB2A3D479F13}" type="datetimeFigureOut">
              <a:rPr lang="ko-KR" altLang="en-US" smtClean="0"/>
              <a:t>2026-01-25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CAA745D-E6D2-E063-D9F2-1D71F17A1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73B7779-DF6F-9A31-FDDC-F588ADBAC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AE22D-DCA9-433A-B3C8-A9F1D9F1DA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65465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819D49-BB19-CF39-ED5D-B17D5C0BD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E6D6C9B-46B7-F019-D2DC-44D5510FB2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03B25E-F067-0B7C-7F39-D41AC47C6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27F61-AEB9-4286-AAA5-FB2A3D479F13}" type="datetimeFigureOut">
              <a:rPr lang="ko-KR" altLang="en-US" smtClean="0"/>
              <a:t>2026-01-25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1888D37-C4EB-1D8C-5D29-C8DFFE160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FBB0DB4-0ED2-14CD-033A-420EBD2D8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AE22D-DCA9-433A-B3C8-A9F1D9F1DA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1776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E932504-5B9A-96A1-3EC0-9FC390FE45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279B785-2274-3611-1F1C-C4ABD04724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F3C66F-4141-4925-F874-EA84438A6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27F61-AEB9-4286-AAA5-FB2A3D479F13}" type="datetimeFigureOut">
              <a:rPr lang="ko-KR" altLang="en-US" smtClean="0"/>
              <a:t>2026-01-25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D5177F4-5B49-CB6C-EECB-3675B1EE4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A9FBC07-6E6F-90FB-A52C-769458E0F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3AE22D-DCA9-433A-B3C8-A9F1D9F1DA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52105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DF34179-99FC-137B-7B5C-BDBE01916D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598A79F-692E-91E7-42EB-03F605B791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F88FE4-633A-996E-01CA-0D62D97A8E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527F61-AEB9-4286-AAA5-FB2A3D479F13}" type="datetimeFigureOut">
              <a:rPr lang="ko-KR" altLang="en-US" smtClean="0"/>
              <a:t>2026-01-25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AE8E518-4CA1-8EE5-73CC-16D9F39E84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6D6AD94-4126-6A59-1EAA-D8F209AE6B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3AE22D-DCA9-433A-B3C8-A9F1D9F1DA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10730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B31406-FF44-484D-84EE-3E01CC8F53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762239"/>
          </a:xfrm>
        </p:spPr>
        <p:txBody>
          <a:bodyPr/>
          <a:lstStyle/>
          <a:p>
            <a:r>
              <a:rPr lang="en-US" altLang="ko-KR" dirty="0"/>
              <a:t>3</a:t>
            </a:r>
            <a:r>
              <a:rPr lang="ko-KR" altLang="en-US" dirty="0"/>
              <a:t>주차 </a:t>
            </a:r>
            <a:r>
              <a:rPr lang="en-US" altLang="ko-KR" dirty="0"/>
              <a:t>- BFS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9C3714C-0FDE-D0C0-4777-6E0323EC9F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00660"/>
            <a:ext cx="9144000" cy="1157140"/>
          </a:xfrm>
        </p:spPr>
        <p:txBody>
          <a:bodyPr/>
          <a:lstStyle/>
          <a:p>
            <a:pPr algn="r"/>
            <a:r>
              <a:rPr lang="ko-KR" altLang="en-US" dirty="0"/>
              <a:t>임소현</a:t>
            </a:r>
          </a:p>
        </p:txBody>
      </p:sp>
    </p:spTree>
    <p:extLst>
      <p:ext uri="{BB962C8B-B14F-4D97-AF65-F5344CB8AC3E}">
        <p14:creationId xmlns:p14="http://schemas.microsoft.com/office/powerpoint/2010/main" val="14617613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A882F6-F3C7-9479-318A-67BD4411A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BOJ 1697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D56F11F-E6DC-AA18-B1BC-846F8966D7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63992" y="1825625"/>
            <a:ext cx="3689808" cy="4351338"/>
          </a:xfrm>
        </p:spPr>
        <p:txBody>
          <a:bodyPr/>
          <a:lstStyle/>
          <a:p>
            <a:endParaRPr lang="ko-KR" altLang="en-US" dirty="0"/>
          </a:p>
        </p:txBody>
      </p:sp>
      <p:pic>
        <p:nvPicPr>
          <p:cNvPr id="5" name="그림 4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31080F9-E503-AD9E-00C2-3883BC010F5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513"/>
          <a:stretch>
            <a:fillRect/>
          </a:stretch>
        </p:blipFill>
        <p:spPr>
          <a:xfrm>
            <a:off x="109846" y="1371601"/>
            <a:ext cx="5810325" cy="5486399"/>
          </a:xfrm>
          <a:prstGeom prst="rect">
            <a:avLst/>
          </a:prstGeom>
        </p:spPr>
      </p:pic>
      <p:pic>
        <p:nvPicPr>
          <p:cNvPr id="7" name="그림 6" descr="텍스트, 스크린샷, 문서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5CCA3B4-0CB8-C0C2-EB1D-D47B436272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7252" y="251618"/>
            <a:ext cx="6014902" cy="6606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34661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490D15-280F-137A-CE57-E21848C819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D72072-3A13-1823-8D77-D3ADF0B4A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BOJ 7576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9E4A891-B3C5-D85A-40FD-6733DABA00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ko-KR" altLang="en-US" dirty="0"/>
          </a:p>
        </p:txBody>
      </p:sp>
      <p:pic>
        <p:nvPicPr>
          <p:cNvPr id="5" name="그림 4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DF70DBA-C4E0-2354-3050-0D38FA7500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551" y="1227842"/>
            <a:ext cx="6305253" cy="5630158"/>
          </a:xfrm>
          <a:prstGeom prst="rect">
            <a:avLst/>
          </a:prstGeom>
        </p:spPr>
      </p:pic>
      <p:pic>
        <p:nvPicPr>
          <p:cNvPr id="7" name="그림 6" descr="텍스트, 스크린샷, 번호, 평행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063BDA8-C4AC-EDE5-D314-3B3252F4FB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2804" y="259237"/>
            <a:ext cx="5049909" cy="6598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77474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878F24-F38F-1A0E-7436-9C06EF14C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AC6C06-3369-8685-8FFF-83835211F4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BOJ 7576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70CEED4-EB2B-0E43-FCF3-2D37973A93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ko-KR" altLang="en-US" dirty="0"/>
          </a:p>
        </p:txBody>
      </p:sp>
      <p:pic>
        <p:nvPicPr>
          <p:cNvPr id="6" name="그림 5" descr="텍스트, 스크린샷, 소프트웨어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CB1DE44-0A42-9B66-4803-9C51E63744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138" y="1256858"/>
            <a:ext cx="4210050" cy="5572125"/>
          </a:xfrm>
          <a:prstGeom prst="rect">
            <a:avLst/>
          </a:prstGeom>
        </p:spPr>
      </p:pic>
      <p:pic>
        <p:nvPicPr>
          <p:cNvPr id="9" name="그림 8" descr="텍스트, 스크린샷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1DE80A5-95BF-21D7-F6F3-9BFAC1896C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9188" y="0"/>
            <a:ext cx="5147885" cy="6858000"/>
          </a:xfrm>
          <a:prstGeom prst="rect">
            <a:avLst/>
          </a:prstGeom>
        </p:spPr>
      </p:pic>
      <p:pic>
        <p:nvPicPr>
          <p:cNvPr id="11" name="그림 10" descr="스크린샷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7A3451F-0480-0DE6-488D-13A9C65D57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88745" y="2259298"/>
            <a:ext cx="1696727" cy="2964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93957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11</Words>
  <Application>Microsoft Office PowerPoint</Application>
  <PresentationFormat>와이드스크린</PresentationFormat>
  <Paragraphs>5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3주차 - BFS</vt:lpstr>
      <vt:lpstr>BOJ 1697</vt:lpstr>
      <vt:lpstr>BOJ 7576</vt:lpstr>
      <vt:lpstr>BOJ 7576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소현 임</dc:creator>
  <cp:lastModifiedBy>소현 임</cp:lastModifiedBy>
  <cp:revision>1</cp:revision>
  <dcterms:created xsi:type="dcterms:W3CDTF">2026-01-25T12:41:37Z</dcterms:created>
  <dcterms:modified xsi:type="dcterms:W3CDTF">2026-01-25T12:52:56Z</dcterms:modified>
</cp:coreProperties>
</file>